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D4A843"/>
                </a:solidFill>
                <a:latin typeface="Calibri Light"/>
              </a:defRPr>
            </a:pPr>
            <a:r>
              <a:t>✦ PIRATARIA BODY ART OS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 Light"/>
              </a:defRPr>
            </a:pPr>
            <a:r>
              <a:t>Sistema de Gestão para Estúdios de Body Piercing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  <a:latin typeface="Calibri"/>
              </a:defRPr>
            </a:pPr>
            <a:r>
              <a:t>v0.1 — Julho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8530"/>
                </a:solidFill>
                <a:latin typeface="Calibri Light"/>
              </a:defRPr>
            </a:pPr>
            <a:r>
              <a:t>Feito por piercers, para piercers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O que é o Pirataria 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Um sistema web completo para gerenciar o dia a dia de um estúdio de body piercing.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Catálogo digital de joias — consulte estoque sem perguntar para o piercer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Atendimentos com baixa automática — registra e o estoque já atualiza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Controle de insumos — luvas, agulhas, antissépticos nunca mais acabam sem aviso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Financeiro mensal — saiba exatamente quanto entrou e qual o lucro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Multi-estúdio — cada estúdio com login próprio e dados isolados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✅ PWA — instala como app no celular, funciona offline parcial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Tudo que importa em um só lugar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📊 Faturamento do dia + resumo do mês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🔢 Total de procedimentos realizados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👥 Clientes atendidos no dia e no mês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📦 Itens com estoque baixo em destaque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💳 Formas de pagamento (Pix, Dinheiro, Cartão)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📋 Últimos atendimentos registrados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✨ Frase motivacional diária (filosofia/espiritismo)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🚀 Botões de ação rápida: Novo Atendimento, Novo Produto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Catálogo de Joias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O coração do sistema — consulte o estoque em segundos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🔍 Busca instantânea — digite e filtra na hora (nome, material, tipo, aplicação)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❤️ Favoritos — marque as joias mais usadas com um coração, elas sobem para o topo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📸 Foto opcional — clique na thumbnail para ver a joia em tamanho grande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🏷️ Tipo, Material, Aplicação — cadastro segmentado para busca precisa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📊 Status por cor: 🟢 Disponível | 🟡 Poucas | 🔴 Repor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💰 Custo e valor de venda registrados por peça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📍 Local físico no estoque (gaveta, prateleira) — não precisa caçar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Atendimentos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Registre atendimentos e o estoque se atualiza sozinho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📝 Cliente + Procedimento + Joia + Valor + Pagamento + Piercer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🔄 Baixa automática de estoque — se a joia usada estiver no catálogo, a quantidade reduz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💳 Múltiplas formas: Pix, Dinheiro, Cartão, Débito, Crédito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📋 Histórico completo de todos os atendimentos ordenados por data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🎯 Sugestão inteligente de joias enquanto digita (autocomplete)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Insumos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Controle de materiais de consumo do estúdio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🧤 Categorias: EPI, Antissépticos, Agulhas, Embalagens, Higiene, Descartáveis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📦 Unidades flexíveis: unidade, par, ml, g, caixa, pacote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💰 Custo unitário registrado — saiba exatamente seus gastos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🏪 Fornecedor cadastrado — não perde a referência de quem comprar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📍 Local físico no estúdio — armário 1, gaveta 3... nunca mais perde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Financeiro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Planilha mensal de lucro, custo e receita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📈 Receita total por mês — soma de todos os atendimentos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📉 Custo estimado das joias utilizadas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💰 Lucro = Receita - Custo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💳 Divisão por forma de pagamento (Pix / Dinheiro / Cartão)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📅 Navegação entre anos (setas &lt; &gt;)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🏆 Totais acumulados do ano com destaque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Tecnologia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Construído com ferramentas modernas e robustas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🐍 Python 3.12 + Flask 3.1 (backend)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🗄️ SQLAlchemy ORM + PostgreSQL 16 (banco de dados)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🎨 Bootstrap 5.3 + Bootstrap Icons (interface responsiva)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📱 PWA — instala como app no celular via navegador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🔐 Flask-Login (autenticação segura)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🐳 Docker + Gunicorn (deploy em produção)</a:t>
            </a:r>
          </a:p>
          <a:p>
            <a:pPr>
              <a:spcAft>
                <a:spcPts val="6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☁️ Railway (hospedagem profissional)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Por que usar o Pirataria 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⏱️  Menos tempo perguntando — o Digão consulta o estoque sozinho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📱  Funciona no celular — instalado como app, sempre à mão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🔄  Atualização automática — atendeu um cliente? O estoque já baixou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📊  Dados reais — saiba exatamente o que vendeu, faturou e lucrou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🔒  Seguro — cada estúdio tem seus próprios dados, ninguém vê o do outro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💰  Grátis para começar — deploy inicial sem custo de licença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🎯  Feito sob medida — pensado por piercers, para piercers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D4A843"/>
                </a:solidFill>
                <a:latin typeface="Calibri Light"/>
              </a:defRPr>
            </a:pPr>
            <a:r>
              <a:t>✦ Tutorial Rápido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657600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Acesse o site e clique em Cadastrar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Digite: nome do estúdio, seu nome, email e senha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Pronto! O Dashboard já aparece com dados de demonstração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Para consultar estoque: vá em Joias → use a busca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5. Para atender: Novo Atendimento → digite cliente e joia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6. Para ver lucro: vá em Financeiro → tabela mensal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7. Dica: clique no coração para favoritar as joias mais usadas!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38100"/>
          </a:xfrm>
          <a:prstGeom prst="rect">
            <a:avLst/>
          </a:prstGeom>
          <a:solidFill>
            <a:srgbClr val="A88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843"/>
                </a:solidFill>
                <a:latin typeface="Calibri Light"/>
              </a:defRPr>
            </a:pPr>
            <a:r>
              <a:t>✦ VAMOS CRESCER JUNTOS 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 Light"/>
              </a:defRPr>
            </a:pPr>
            <a:r>
              <a:t>Pirataria Body Art OS v0.1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88530"/>
                </a:solidFill>
                <a:latin typeface="Calibri"/>
              </a:defRPr>
            </a:pPr>
            <a:r>
              <a:t>github.com/triyngtobedev/pirataria-os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88"/>
                </a:solidFill>
                <a:latin typeface="Calibri Light"/>
              </a:defRPr>
            </a:pPr>
            <a:r>
              <a:t>"O bem que você faz hoje é a semente que floresce amanhã."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88530"/>
                </a:solidFill>
                <a:latin typeface="Calibri"/>
              </a:defRPr>
            </a:pPr>
            <a:r>
              <a:t>— André Luiz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